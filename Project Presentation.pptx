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8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3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3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1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8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64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1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38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01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3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9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5A73ACB-44BC-4987-9F1F-80FC5E772B2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4803" y="1159576"/>
            <a:ext cx="8825658" cy="2677648"/>
          </a:xfrm>
        </p:spPr>
        <p:txBody>
          <a:bodyPr anchor="ctr"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4803" y="3283433"/>
            <a:ext cx="8825658" cy="86142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Pizza Project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1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holds an analytical report and interactive dashboard that breaks down a pizza store’s sales. It covers key revenues, category performance, orders over time and suggestable actions to boost sales and streamline operations.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6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41972"/>
              </p:ext>
            </p:extLst>
          </p:nvPr>
        </p:nvGraphicFramePr>
        <p:xfrm>
          <a:off x="710802" y="737665"/>
          <a:ext cx="956411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1309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$817.86k</a:t>
                      </a:r>
                      <a:r>
                        <a:rPr lang="en-US" b="0" dirty="0" smtClean="0"/>
                        <a:t> revenue in management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21.35k</a:t>
                      </a:r>
                      <a:r>
                        <a:rPr lang="en-US" b="0" dirty="0" smtClean="0"/>
                        <a:t> orders in 2015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50k</a:t>
                      </a:r>
                      <a:r>
                        <a:rPr lang="en-US" b="0" dirty="0" smtClean="0"/>
                        <a:t> Pizzas sold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Low</a:t>
                      </a:r>
                      <a:r>
                        <a:rPr lang="en-US" b="0" dirty="0" smtClean="0"/>
                        <a:t> credit losses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746618" y="70427"/>
            <a:ext cx="5605083" cy="57872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2030" y="112645"/>
            <a:ext cx="5521657" cy="4479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Presentation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26425"/>
              </p:ext>
            </p:extLst>
          </p:nvPr>
        </p:nvGraphicFramePr>
        <p:xfrm>
          <a:off x="710802" y="2185149"/>
          <a:ext cx="956411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1536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Most expensive Pizza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Most ordered Pizza by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Pizza ordered over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Peak ordering hours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Total and average revenue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5" name="Group 44"/>
          <p:cNvGrpSpPr/>
          <p:nvPr/>
        </p:nvGrpSpPr>
        <p:grpSpPr>
          <a:xfrm>
            <a:off x="162162" y="2543826"/>
            <a:ext cx="1097280" cy="1097280"/>
            <a:chOff x="488065" y="3775876"/>
            <a:chExt cx="1097280" cy="1097280"/>
          </a:xfrm>
        </p:grpSpPr>
        <p:sp>
          <p:nvSpPr>
            <p:cNvPr id="44" name="Oval 43"/>
            <p:cNvSpPr/>
            <p:nvPr/>
          </p:nvSpPr>
          <p:spPr>
            <a:xfrm>
              <a:off x="488065" y="3775876"/>
              <a:ext cx="1097280" cy="109728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772968" y="4007767"/>
              <a:ext cx="567058" cy="633498"/>
              <a:chOff x="2034178" y="1221231"/>
              <a:chExt cx="8123643" cy="4415535"/>
            </a:xfrm>
            <a:solidFill>
              <a:schemeClr val="tx2">
                <a:lumMod val="75000"/>
              </a:schemeClr>
            </a:solidFill>
          </p:grpSpPr>
          <p:sp>
            <p:nvSpPr>
              <p:cNvPr id="35" name="Freeform 34"/>
              <p:cNvSpPr/>
              <p:nvPr/>
            </p:nvSpPr>
            <p:spPr>
              <a:xfrm>
                <a:off x="2034178" y="1221231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4962163" y="1335658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7364456" y="1335658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2034178" y="2755899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4962163" y="2870326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364456" y="2870326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2034178" y="4290567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4962163" y="4404994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7364456" y="4404994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</p:grpSp>
      </p:grp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811653"/>
              </p:ext>
            </p:extLst>
          </p:nvPr>
        </p:nvGraphicFramePr>
        <p:xfrm>
          <a:off x="710802" y="3971844"/>
          <a:ext cx="95641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276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Grow more revenue under management from </a:t>
                      </a:r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$817.86k </a:t>
                      </a:r>
                      <a:r>
                        <a:rPr lang="en-US" dirty="0" smtClean="0"/>
                        <a:t>to </a:t>
                      </a:r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$2M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     over a year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Boost profile and raise visibility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Highlight and push the most popular pizzas with stronger promotional efforts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Schedule more staff to the peak period to boost efficiency and cut down on waiting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162162" y="1005643"/>
            <a:ext cx="1097280" cy="1097280"/>
            <a:chOff x="555764" y="1490962"/>
            <a:chExt cx="1097280" cy="1097280"/>
          </a:xfrm>
        </p:grpSpPr>
        <p:sp>
          <p:nvSpPr>
            <p:cNvPr id="8" name="Oval 7"/>
            <p:cNvSpPr/>
            <p:nvPr/>
          </p:nvSpPr>
          <p:spPr>
            <a:xfrm>
              <a:off x="555764" y="1490962"/>
              <a:ext cx="1097280" cy="1097280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719296" y="1719844"/>
              <a:ext cx="710260" cy="598354"/>
              <a:chOff x="3389657" y="722656"/>
              <a:chExt cx="5412685" cy="5412685"/>
            </a:xfrm>
            <a:solidFill>
              <a:srgbClr val="00B050"/>
            </a:solidFill>
          </p:grpSpPr>
          <p:sp>
            <p:nvSpPr>
              <p:cNvPr id="23" name="Freeform 22"/>
              <p:cNvSpPr/>
              <p:nvPr/>
            </p:nvSpPr>
            <p:spPr>
              <a:xfrm>
                <a:off x="5383609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4" name="Freeform 23"/>
              <p:cNvSpPr/>
              <p:nvPr/>
            </p:nvSpPr>
            <p:spPr>
              <a:xfrm rot="16200000">
                <a:off x="5945169" y="2198348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96884" rIns="90498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5383609" y="722656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6933608" y="3186786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96885" rIns="90498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7377561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8" name="Freeform 27"/>
              <p:cNvSpPr/>
              <p:nvPr/>
            </p:nvSpPr>
            <p:spPr>
              <a:xfrm rot="5400000">
                <a:off x="5945169" y="4175225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96884" rIns="90497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5383609" y="4710560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30" name="Freeform 29"/>
              <p:cNvSpPr/>
              <p:nvPr/>
            </p:nvSpPr>
            <p:spPr>
              <a:xfrm rot="21600000">
                <a:off x="4956731" y="3186785"/>
                <a:ext cx="301661" cy="484426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301660" y="387540"/>
                    </a:moveTo>
                    <a:lnTo>
                      <a:pt x="150830" y="387540"/>
                    </a:lnTo>
                    <a:lnTo>
                      <a:pt x="150830" y="484425"/>
                    </a:lnTo>
                    <a:lnTo>
                      <a:pt x="0" y="242212"/>
                    </a:lnTo>
                    <a:lnTo>
                      <a:pt x="150830" y="0"/>
                    </a:lnTo>
                    <a:lnTo>
                      <a:pt x="150830" y="96885"/>
                    </a:lnTo>
                    <a:lnTo>
                      <a:pt x="301660" y="96885"/>
                    </a:lnTo>
                    <a:lnTo>
                      <a:pt x="301660" y="387540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0498" tIns="96886" rIns="1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3389657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216168" y="4721728"/>
            <a:ext cx="1188720" cy="1188720"/>
            <a:chOff x="216168" y="4721728"/>
            <a:chExt cx="1188720" cy="1188720"/>
          </a:xfrm>
        </p:grpSpPr>
        <p:sp>
          <p:nvSpPr>
            <p:cNvPr id="54" name="Oval 53"/>
            <p:cNvSpPr/>
            <p:nvPr/>
          </p:nvSpPr>
          <p:spPr>
            <a:xfrm>
              <a:off x="216168" y="4721728"/>
              <a:ext cx="1188720" cy="118872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368689" y="4833580"/>
              <a:ext cx="844094" cy="742972"/>
              <a:chOff x="3386666" y="719666"/>
              <a:chExt cx="5418667" cy="5418666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50" name="Freeform 49"/>
              <p:cNvSpPr/>
              <p:nvPr/>
            </p:nvSpPr>
            <p:spPr>
              <a:xfrm>
                <a:off x="4741333" y="719666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3386666" y="3428999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2" name="Freeform 51"/>
              <p:cNvSpPr/>
              <p:nvPr/>
            </p:nvSpPr>
            <p:spPr>
              <a:xfrm rot="21600000">
                <a:off x="4741333" y="3428998"/>
                <a:ext cx="2709333" cy="2709334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2709333" y="0"/>
                    </a:moveTo>
                    <a:lnTo>
                      <a:pt x="1354666" y="2709333"/>
                    </a:lnTo>
                    <a:lnTo>
                      <a:pt x="0" y="0"/>
                    </a:lnTo>
                    <a:lnTo>
                      <a:pt x="2709333" y="0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0971" rIns="818303" bIns="1495637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6096000" y="3428999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694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DASHBOARD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4238585"/>
            <a:ext cx="4481968" cy="24713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75" y="1916434"/>
            <a:ext cx="4495970" cy="22292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67" y="4250028"/>
            <a:ext cx="4397518" cy="245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0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299</TotalTime>
  <Words>132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Times New Roman</vt:lpstr>
      <vt:lpstr>Wingdings 3</vt:lpstr>
      <vt:lpstr>Ion Boardroom</vt:lpstr>
      <vt:lpstr>Summary Presentation</vt:lpstr>
      <vt:lpstr>OVERVIEW</vt:lpstr>
      <vt:lpstr>Summary Presentation</vt:lpstr>
      <vt:lpstr>SCREENSHOT OF DASHBOARD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Slides Presentation</dc:title>
  <dc:creator>ESTHER</dc:creator>
  <cp:lastModifiedBy>ESTHER</cp:lastModifiedBy>
  <cp:revision>18</cp:revision>
  <dcterms:created xsi:type="dcterms:W3CDTF">2025-12-06T21:22:38Z</dcterms:created>
  <dcterms:modified xsi:type="dcterms:W3CDTF">2025-12-07T17:34:55Z</dcterms:modified>
</cp:coreProperties>
</file>